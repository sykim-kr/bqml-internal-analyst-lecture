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HTML Preview v6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BigQuery ML for Internal Analysts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SQL로 예측 모델 만들고, 평가하고, 액션으로 연결하기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# BigQuery ML for Internal Analysts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4526280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오늘의 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900" b="0">
                <a:solidFill>
                  <a:srgbClr val="E5E7EB"/>
                </a:solidFill>
                <a:latin typeface="Arial"/>
              </a:rPr>
              <a:t>BQML의 기본 흐름 이해: CREATE MODEL → ML.EVALUATE → ML.PREDICT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회귀/분류/클러스터링/시계열 질문 구분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예측 결과를 “액션 우선순위”로 해석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BigQuery Console에서 실제 demo table/model/result 확인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BQML 한 줄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&gt; BQML은 SQL을 아는 분석가가 BigQuery 안에서 머신러닝 기반 질문을 빠르게 실험하고, 액션 우선순위로 연결하는 방법이다.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Visual: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BigQuery table → SQL → BQML model → result table →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BQML 기본 3단계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1. CREATE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2. ML.EVALUATE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3. ML.PREDICT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Section 1. 첫 번째 예시 — 게임 데이터 매출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왜 게임 데이터부터 보는가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Key message: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feature가 직관적이다.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게임시간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로그인횟수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달성레벨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target이 명확하다.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예상매출액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모델 유형이 쉽다.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LINEAR_REG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“얼마나 클 것인가?”를 예측하는 가장 단순한 회귀 예제.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Game sample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Columns: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Data profile: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Modeling note: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Visual: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user_id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game_time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login_count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level_achieved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purchase_amount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rank_value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1,000 rows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game_time: 57 ~ 370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분석 질문을 ML 문제로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Arial"/>
              </a:rPr>
              <a:t>• Business question: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ML framing: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게임 행동 데이터로 예상 매출액을 예측할 수 있을까?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Model type: LINEAR_REG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Features: game_time, login_count, level_achieved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Excluded context column: rank_value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Label: purchase_amount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Holdout example: user_id = 156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Query 1 — CREATE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900" b="0">
                <a:solidFill>
                  <a:srgbClr val="E5E7EB"/>
                </a:solidFill>
                <a:latin typeface="Arial"/>
              </a:rPr>
              <a:t>CREATE OR REPLACE MODEL `...bqml_course_game_revenue_model_v0`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OPTIONS(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model_type = 'LINEAR_REG',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input_label_cols = ['purchase_amount'],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data_split_method = 'NO_SPLIT'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) AS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SELECT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game_time,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login_count,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level_achieved,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purchase_amount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FROM `...bqml_course_game_data`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WHERE user_id != 156;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Query 2 — ML.EVALUATE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Metrics: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mean_absolute_error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mean_squared_error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median_absolute_error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r2_score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explained_variance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900" b="0">
                <a:solidFill>
                  <a:srgbClr val="E5E7EB"/>
                </a:solidFill>
                <a:latin typeface="Arial"/>
              </a:rPr>
              <a:t>SELECT *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FROM ML.EVALUATE(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MODEL `...bqml_course_game_revenue_model_v0`,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TABLE eval_table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 query ML Ex – Evaluate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예측 성공 여부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구매 여부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True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Positive (구매=O)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False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Negative (구매=x)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TP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구매할 것을 예측 성공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늑대가 나타날 것이다라고 외침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양성을 양성으로 판정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스팸 예측 성공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FP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구매할 거라 예측했는데, 예측 실패 (구매 안함)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늑대다라고 외쳤는데, 안나타남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음성을 양성으로 판정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스팸 아닌데 스팸이라 함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FN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구매 안할거라 예측했는데, 예측 실패 (구매 함)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늑대 안 온다고 예측했는데, 예측 실패 (늑대 오는데 안 온다고 함)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양성을 음성으로 판정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스팸인데, 스팸 아닌 걸로 판정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TN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구매안할 거라 예측했는데, 실제로도 구매 안함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늑대 안 온다고 하고, 실제로도 늑대 안홈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음성을 음성으로 판정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스팸 아닌 건 스팸 아닌 걸로 분류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 query ML Ex – Evaluate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N=100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TP (구매O,예측성공)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FP (구매X,예측실패)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FN(구매O,예측실패)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TN(구매X,예측성공)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accuracy — 정확도는 분류 모델이 바르게 된 예측의 비율입니다.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(예측 성공 비율 = (TP+TN)/N=90%)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precision — 분류 모델의 통계입니다. 정밀도는 모델이 포지티브 클래스를 정확히 예측한 빈도를 나타냅니다.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(구매할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것이다라는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걸 정확히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짚어냄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. 구매 예측 성공 비율(TP/N)=75%)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recall — '가능한 모든 포지티브 라벨 중에서 모델이 정확히 몇 개를 식별했을까'라는 질문의 답변을 제공하는 분류 모델의 통계입니다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.(구매가 O인 경우 중 예측 성공한 경우, TP/TP+FN=75/80=93.8%)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f1_score — 모델 정확도를 나타내는 척도입니다. f1 점수는 정밀도와 재현율의 조화 평균입니다. f1 점수는 1이 가장 좋은 값입니다. 가장 나쁜 값은 0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입니다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log_loss — 로지스틱 회귀에 사용된 손실 함수입니다. 모델 예측이 올바른 라벨과 얼마나 차이가 나는지를 나타내는 척도입니다.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roc_auc — AUC(ROC 곡선 아래 영역)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입니다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. 이것은 분류 기준에서 임의로 선택한 양의 예가 실제로 양수인 것이 임의로 선택한 음의 예가 양수인 것보다 더 확실할 확률입니다. 자세한 내용은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머신러닝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단기집중과정의 분류를 참조하세요.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모델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the mean absolute error is an average of the absolute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4526280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실측치(Observation)와 예측치(Prediction)간의 차이 절대값의 평균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모델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원문 키워드: mean squared error (MSE)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오차가 큰 예측에 더 큰 패널티를 줍니다.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회귀 모델에서는 MAE와 함께 예측 오차 크기를 보는 핵심 지표입니다.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모델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실제 관측 값과 예측 값 간의 상관 계수를 구한 다음 제곱해서 구함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SSR = (예측값 - 평균)²의 합계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SSE = (관측값 - 예측값)²의 합계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SST = SSR + SSE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Query 3 — ML.PREDICT for user 156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Visual: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actual vs predicted comparison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900" b="0">
                <a:solidFill>
                  <a:srgbClr val="E5E7EB"/>
                </a:solidFill>
                <a:latin typeface="Arial"/>
              </a:rPr>
              <a:t>SELECT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truth.user_id,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truth.purchase_amount AS actual_purchase_amount,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predictions.predicted_purchase_amount,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ABS(truth.purchase_amount - predictions.predicted_purchase_amount) AS absolute_error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FROM game_to_predict AS truth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JOIN predictions USING (user_id);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Game demo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900" b="0">
                <a:solidFill>
                  <a:srgbClr val="E5E7EB"/>
                </a:solidFill>
                <a:latin typeface="Arial"/>
              </a:rPr>
              <a:t>CREATE MODEL: 모델 생성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ML.EVALUATE: 성능 확인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ML.PREDICT: 예측값 생성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회귀 모델은 “얼마나 클 것인가?”를 예측한다.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다음 단계에서는 “누구에게 액션할 것인가?”를 분류 모델로 본다.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Section 2. BQML 사고방식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비즈니스 질문 → ML 문제 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다음 30일 매출은? → 회귀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이 고객이 이탈할까? → 분류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비슷한 행동 그룹은? → 클러스터링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다음 30일 KPI 추이는? → 시계열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Feature / Label / Prediction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Example: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Feature: 예측에 사용할 과거 행동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Label: 맞히고 싶은 결과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Prediction Window: 어느 미래 기간을 예측할 것인가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최근 30일 행동 → 다음 30일 이탈 여부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Section 3. Main lab — Churn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Churn lab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Question: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Model: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Output: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어떤 가상 세그먼트가 이탈 위험이 높은가?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LOGISTIC_REG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4355592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개인 고객 리스트가 아니라 segment-level action priority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Churn lab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1. synthetic users/events/orders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2. training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900" b="0">
                <a:solidFill>
                  <a:srgbClr val="E5E7EB"/>
                </a:solidFill>
                <a:latin typeface="Arial"/>
              </a:rPr>
              <a:t>3. CREATE MODEL LOGISTIC_REG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4. ML.EVALUATE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5. ML.PREDICT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6. segment action priority result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Classification evaluation logic — TP/FP/FN/TN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Arial"/>
              </a:rPr>
              <a:t>• Before metrics, first draw the 2x2 logic.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Business reading: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TP: 구매/이탈/위험이 실제 O이고, 모델도 O라고 맞힘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FP: 실제는 X인데, 모델이 O라고 잘못 찍음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FN: 실제는 O인데, 모델이 X라고 놓침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TN: 실제 X이고, 모델도 X라고 맞힘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FP는 불필요한 캠페인/CS 비용을 만든다.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FN은 실제 위험 고객을 놓쳐 매출/리텐션 손실을 만든다.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그래서 평가는 “정답률”이 아니라 “어떤 실수를 더 줄일 것인가”의 결정이다.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Classification metrics — 정확도만 보면 위험하다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Example confusion matrix: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Metrics: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Key message: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N = 100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TP = 75, FP = 5, FN = 5, TN = 15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accuracy = (TP + TN) / N = 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precision = TP / (TP + FP) = 75 / 80 = 93.8%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recall = TP / (TP + FN) = 75 / 80 = 93.8%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f1_score = precision과 recall의 조화 평균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log_loss = 예측 확률이 실제 정답과 얼마나 어긋났는지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roc_auc = threshold를 바꿔도 양성과 음성을 잘 구분하는지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accuracy는 전체 정답률이다. 하지만 캠페인/리텐션에서는 FP와 FN의 비용이 다르므로 precision·recall·F1·AUC를 함께 봐야 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Evaluation as action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Arial"/>
              </a:rPr>
              <a:t>• precision: 찍은 대상이 실제 위험할 가능성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recall: 위험 대상을 놓치지 않는 정도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accuracy: 전체 정답률이지만, positive가 적거나 액션 비용이 다르면 단독 기준으로 부족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f1_score: precision과 recall의 균형점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roc_auc: threshold 선택 전 모델의 구분력 확인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캠페인 비용이 낮으면 recall 중심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CS 개입 비용이 높으면 precision 중심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Segment action priority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Example: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dormant_risk: high priority retention message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others: monitor only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Section 4. Optional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Clustering / Forecasting /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KMEANS: 행동 세그먼트 가설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ARIMA_PLUS: daily KPI forecast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ML.CONFUSION_MATRIX, ML.ROC_CURVE: threshold trade-off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ML.EXPLAIN_PREDICT, ML.FEATURE_INFO: 해석/품질 점검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Demo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BigQuery를 이용한 추천상품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Everyday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People buy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lots of things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from your site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BigQuery &amp; Spark를 이용한 추천상품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고객은 사이트에서 많은 상품을 구매합니다.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BigQuery &amp; Spark를 이용한 추천상품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Item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: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: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: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: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4355592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Node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BigQuery &amp; Spark를 이용한 추천상품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Arial"/>
              </a:rPr>
              <a:t>• Purchase Data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고객별, 시간별로 구매 상품을 정리할 수 있음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Association rules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100%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75%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50%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...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BigQuery &amp; Spark를 이용한 추천상품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Association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가명 ID / synthetic CID와 Date를 기준으로 Product 추출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Spark의 MLlib을 통한 추천상품 추출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BigQuery 를 이용한 카테고리별 Top 10 상품 추출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CRM 예시 — 행동 기반 추천 후보 생성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최근 30일 카테고리 조회 수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최근 30일 장바구니 추가 횟수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최근 구매 카테고리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관심상품/찜 행동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구매완료·조회·장바구니 등 서비스 이용 행동 데이터를 기준으로 추천 후보를 추출합니다.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민감속성이나 가족상태가 아니라 행동 기반 feature를 사용합니다.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수집한 데이터는 BigQuery API를 통해 Python으로 직접 내려받아 정렬된 데이터를 추출합니다.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BigQuery API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추천피드 생성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BigQuery 를 이용한 카테고리별 Top 10 상품 추출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Python을 통한 Query 실행 및 정렬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4526280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Python을 통해 추출한 엑셀 결과 파일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참고.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BigQuery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활용의 어려움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SQL 구문 입력 필요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SQL 구문 전체를 정확히 입력해야만 결과 데이터를 얻을 수 있음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900" b="0">
                <a:solidFill>
                  <a:srgbClr val="E5E7EB"/>
                </a:solidFill>
                <a:latin typeface="Arial"/>
              </a:rPr>
              <a:t>SELECT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device.browser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AS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browsers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,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SUM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(totals.pageviews)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AS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pageviews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FROM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`datalicious.123456789.ga_sessions_*`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WHERE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_TABLE_SUFFIX BETWEEN '20180423’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AND '20180429'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GROUP BY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browsers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ORDER BY</a:t>
            </a:r>
            <a:br/>
            <a:r>
              <a:rPr sz="900" b="0">
                <a:solidFill>
                  <a:srgbClr val="E5E7EB"/>
                </a:solidFill>
                <a:latin typeface="Arial"/>
              </a:rPr>
              <a:t>pageviews DESC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마케터의 BigQuery 활용 제고를 위한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EasyQuery 활용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Easy Query를 통해 데이터 항목만 입력해 주면 자동으로 SQL을 완성 및 데이터를 얻을 수 있는 솔루션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→ SQL 비 전문자의 빅쿼리 활용성 확대 및 데이터 확보를 위한 신속성과 효율성 증대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데이터리셔스 EasyQuery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필드와 값 입력 → 필터 설정 → Test 및 쿼리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대상 필드 선택 및 구문 선택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세부 조건 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최종 검토 및 쿼리 실행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데이터리셔스 EasyQuery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다운로드 및 자료(엑셀) 확인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On/Offline 데이터 결합을 통한 마케팅 자동화 구현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CRM 예시 — 행동 기반 데이터 결합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최근 구매/방문/클릭 이력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최근 관심 카테고리 조회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장바구니·찜·검색 행동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지원 필요 신호와 리텐션 액션 이력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Data import를 통한 CRM 행동 데이터 적재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143000"/>
            <a:ext cx="5257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민감속성 기반 타겟팅이 아니라 서비스 이용 행동 기반 우선순위 판단으로 사용합니다.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EASY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QUERY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가명 ID / synthetic CID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ETC.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실무 적용 시 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Security memo: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BQML은 정답 생성기가 아니라 가설 검증 도구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Feature/Label 설계가 틀리면 결과도 의미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예측 결과는 반드시 액션으로 연결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실제 운영 데이터 적용 시 승인/최소필드/비식별/권한 제한 필요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4355592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본 실습 환경은 synthetic/sample 데이터와 가명 ID 기준이며, 실제 고객/개인 데이터 및 credential은 포함하지 않는다.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Section 5. 변수 설계 — 모델은 변수를 통해 세상을 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1100" b="0">
                <a:solidFill>
                  <a:srgbClr val="FFFFFF"/>
                </a:solidFill>
                <a:latin typeface="Arial"/>
              </a:rPr>
              <a:t>OCEO · Internal Analyst Training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왜 변수 설계가 중요한가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모델은 비즈니스 맥락을 스스로 이해하지 못합니다.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모델이 실제로 보는 것은 feature table의 변수뿐입니다.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좋은 질문 → 좋은 변수 → 해석 가능한 예측 순서가 중요합니다.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성능을 보장하는 마법 공식이 아니라, 행동 신호를 잘 번역하는 설계 과정입니다.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715000"/>
            <a:ext cx="10149840" cy="438912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1">
                <a:solidFill>
                  <a:srgbClr val="212529"/>
                </a:solidFill>
                <a:latin typeface="Arial"/>
              </a:rPr>
              <a:t>모델 성능은 알고리즘보다 변수가 먼저 결정합니다.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변수 유형을 먼저 구분합니다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유형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예시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강의 포인트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범주형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device_type, traffic_source, membership_type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그룹 차이를 표현합니다. category가 너무 많으면 상위값/기타 처리가 필요합니다.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이진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is_payer, is_inactive_14d, completed_tutorial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0/1이라 해석이 쉽고 액션과 연결하기 좋습니다.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순서형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level_tier, engagement_stage, risk_band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순서는 있지만 1/2/3 간격이 같다는 뜻은 아닙니다.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연속형 숫자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total_playtime_minutes, login_count_7d, days_since_last_login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값 그대로도 쓰지만 구간/threshold/ratio로 행동 의미를 보강합니다.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파생 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avg_playtime_per_login, playtime_segment, playtime_drop_rate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데이터를 모델의 언어로 번역합니다.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연속형 숫자 변수: 그대로 쓸까, 나눌까?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Raw numeric: total_playtime_minutes, login_count_7d처럼 정보 손실 없이 행동량을 넣습니다.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Binning: no_play / light / medium / heavy처럼 행동 강도 구간으로 바꿉니다.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Threshold flag: days_since_last_login &gt;= 14, purchase_count_30d &gt;= 3처럼 후보 신호를 만듭니다.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핵심: 숫자는 값이면서 동시에 행동 신호입니다.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Threshold는 자동 배제 규칙이 아닙니다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Threshold는 분석·실험·우선순위 판단을 돕는 설명 가능한 후보 신호입니다.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days_since_last_login &gt;= 14 → 재방문 유도 실험 후보 신호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purchase_count_30d &gt;= 3 → 반복 구매 행동 신호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total_playtime_minutes &gt;= 60 → 일정 수준 이상 몰입 경험 신호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support_ticket_count &gt;= 2 → 추가 케어/지원 우선순위 신호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4355592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실제 기준값은 분포, 성과, 현업 맥락으로 검증해야 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15000"/>
            <a:ext cx="10149840" cy="438912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1">
                <a:solidFill>
                  <a:srgbClr val="212529"/>
                </a:solidFill>
                <a:latin typeface="Arial"/>
              </a:rPr>
              <a:t>자동 조치·제외·차단 기준이 아니라 검토·실험·우선순위 후보 신호입니다.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비선형 신호를 포착합니다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고객 행동은 항상 직선적으로 증가하지 않습니다.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login_count 0→3회 증가는 큰 행동 변화일 수 있지만, 20→23회 증가는 추가 의미가 작을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raw numeric만으로는 구간별 행동 의미 차이가 약하게 표현될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bucket / threshold / ratio는 행동 단계가 바뀌는 지점을 모델이 볼 수 있게 돕습니다.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단, 구간이 너무 많으면 해석 혼란과 과적합 위험이 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715000"/>
            <a:ext cx="10149840" cy="438912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600" b="1">
                <a:solidFill>
                  <a:srgbClr val="212529"/>
                </a:solidFill>
                <a:latin typeface="Arial"/>
              </a:rPr>
              <a:t>숫자의 크기뿐 아니라, 행동 단계가 바뀌는 지점을 모델이 볼 수 있게 만드는 것이 변수 설계입니다.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BQML Game/Churn Feature Table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Arial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feature table은 모델이 읽는 행동 신호 사전입니다.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raw numeric, ratio, threshold flag, bucket을 함께 설계합니다.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threshold_flag는 자동 조치가 아니라 검토·실험 후보 신호입니다.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label인 churned와 feature의 시간 순서가 섞이지 않도록 주의합니다.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>
            <a:normAutofit/>
          </a:bodyPr>
          <a:lstStyle/>
          <a:p>
            <a:pPr algn="ctr"/>
            <a:r>
              <a:rPr sz="800" b="0">
                <a:solidFill>
                  <a:srgbClr val="E5E7EB"/>
                </a:solidFill>
                <a:latin typeface="Arial"/>
              </a:rPr>
              <a:t>SELECT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user_id,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total_playtime_minutes,         -- raw numeric: 행동량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login_count_7d,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purchase_count_30d,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days_since_last_login,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SAFE_DIVIDE(total_playtime_minutes, NULLIF(login_count_7d, 0))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  AS avg_playtime_per_login,     -- ratio: 로그인 1회당 평균 플레이 시간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IF(days_since_last_login &gt;= 14, 1, 0)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  AS is_inactive_14d,            -- 검토·실험 후보 신호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IF(purchase_count_30d &gt;= 3, 1, 0)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  AS is_repeat_purchaser,        -- 반복 구매 행동 신호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CASE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  WHEN total_playtime_minutes = 0 THEN 'no_play'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  WHEN total_playtime_minutes &lt; 60 THEN 'light'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  WHEN total_playtime_minutes &lt; 300 THEN 'medium'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  ELSE 'heavy'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END AS playtime_segment,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  churned</a:t>
            </a:r>
            <a:br/>
            <a:r>
              <a:rPr sz="800" b="0">
                <a:solidFill>
                  <a:srgbClr val="E5E7EB"/>
                </a:solidFill>
                <a:latin typeface="Arial"/>
              </a:rPr>
              <a:t>FROM sample_game_user_features;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변수 설계를 액션으로 연결합니다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51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모델이 읽는 신호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액션 연결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is_inactive_14d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14일 이상 미접속 후보 신호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재방문 유도 실험 후보군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is_repeat_purchaser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최근 30일 반복 구매 행동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멤버십/번들 오퍼 실험 후보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playtime_segment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플레이 강도 구간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온보딩/몰입도별 메시지 차등 설계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avg_playtime_per_login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로그인 1회당 몰입도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짧은 방문/깊은 사용 패턴 구분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support_ticket_count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지원 접점 증가 신호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Arial"/>
                        </a:rPr>
                        <a:t>추가 케어/지원 우선순위 판단 보조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Worksheet 4 — Feature Table 설계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Arial"/>
              </a:rPr>
              <a:t>• Part 1. 변수 유형 분류: device_type, login_count_7d, total_playtime_minutes, purchase_count_30d, days_since_last_login, completed_tutorial, churned를 분류합니다.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분류 기준: 범주형 / 이진 / 순서형 / 연속형 / 파생 가능 / 타깃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Part 2. churn 예측용 feature 10개를 설계합니다.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작성 항목: 변수명 / 변수 유형 / 계산 방식 / 예측에 도움 되는 이유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표현 방식 선택: raw numeric / bucket / threshold flag / ratio 중 무엇으로 표현할지 적습니다.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가능한 실험·리텐션·지원 액션 후보를 함께 적습니다.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leakage 위험 여부: 예측 시점에 알 수 없는 정보나 타깃 이후 정보가 섞였는지 확인합니다.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각 threshold가 자동 조치 기준이 아니라 어떤 검토·실험·우선순위 후보 신호인지 적습니다.</a:t>
            </a:r>
            <a:br/>
            <a:r>
              <a:rPr sz="1700" b="0">
                <a:solidFill>
                  <a:srgbClr val="212529"/>
                </a:solidFill>
                <a:latin typeface="Arial"/>
              </a:rPr>
              <a:t>• feature table에서 제외해야 할 민감속성/직접 식별자/누수 변수를 표시합니다.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Section 5 핵심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모델은 변수로 세상을 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연속형 숫자는 raw / bucket / threshold / ratio로 설계할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threshold는 자동 배제 기준이 아니라 설명 가능한 후보 신호입니다.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파생 변수는 데이터를 모델의 언어로 번역하는 작업입니다.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예측 모델링의 출발점은 알고리즘 선택이 아니라 feature table 설계입니다.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2600" b="1">
                <a:solidFill>
                  <a:srgbClr val="0B2D5B"/>
                </a:solidFill>
                <a:latin typeface="Arial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Arial"/>
              </a:rPr>
              <a:t>BQML Internal Analyst Training · v6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rIns="109728" tIns="54864" bIns="54864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rial"/>
              </a:rPr>
              <a:t>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오늘의 한 줄: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&gt; BQML은 분석가가 SQL로 예측 질문을 실험하고, 결과를 액션 우선순위로 바꾸는 도구다.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Next: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BigQuery Console에서 demo dataset/model/result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worksheet로 직접 query 흐름 따라가기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